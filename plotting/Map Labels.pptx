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7326313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4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474" y="1119505"/>
            <a:ext cx="6227366" cy="2381521"/>
          </a:xfrm>
        </p:spPr>
        <p:txBody>
          <a:bodyPr anchor="b"/>
          <a:lstStyle>
            <a:lvl1pPr algn="ctr">
              <a:defRPr sz="48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5789" y="3592866"/>
            <a:ext cx="5494735" cy="1651546"/>
          </a:xfrm>
        </p:spPr>
        <p:txBody>
          <a:bodyPr/>
          <a:lstStyle>
            <a:lvl1pPr marL="0" indent="0" algn="ctr">
              <a:buNone/>
              <a:defRPr sz="1923"/>
            </a:lvl1pPr>
            <a:lvl2pPr marL="366309" indent="0" algn="ctr">
              <a:buNone/>
              <a:defRPr sz="1602"/>
            </a:lvl2pPr>
            <a:lvl3pPr marL="732617" indent="0" algn="ctr">
              <a:buNone/>
              <a:defRPr sz="1442"/>
            </a:lvl3pPr>
            <a:lvl4pPr marL="1098926" indent="0" algn="ctr">
              <a:buNone/>
              <a:defRPr sz="1282"/>
            </a:lvl4pPr>
            <a:lvl5pPr marL="1465235" indent="0" algn="ctr">
              <a:buNone/>
              <a:defRPr sz="1282"/>
            </a:lvl5pPr>
            <a:lvl6pPr marL="1831543" indent="0" algn="ctr">
              <a:buNone/>
              <a:defRPr sz="1282"/>
            </a:lvl6pPr>
            <a:lvl7pPr marL="2197852" indent="0" algn="ctr">
              <a:buNone/>
              <a:defRPr sz="1282"/>
            </a:lvl7pPr>
            <a:lvl8pPr marL="2564160" indent="0" algn="ctr">
              <a:buNone/>
              <a:defRPr sz="1282"/>
            </a:lvl8pPr>
            <a:lvl9pPr marL="2930469" indent="0" algn="ctr">
              <a:buNone/>
              <a:defRPr sz="128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89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66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869" y="1705386"/>
            <a:ext cx="6318945" cy="2845473"/>
          </a:xfrm>
        </p:spPr>
        <p:txBody>
          <a:bodyPr anchor="b"/>
          <a:lstStyle>
            <a:lvl1pPr>
              <a:defRPr sz="48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869" y="4577779"/>
            <a:ext cx="6318945" cy="1496367"/>
          </a:xfrm>
        </p:spPr>
        <p:txBody>
          <a:bodyPr/>
          <a:lstStyle>
            <a:lvl1pPr marL="0" indent="0">
              <a:buNone/>
              <a:defRPr sz="1923">
                <a:solidFill>
                  <a:schemeClr val="tx1">
                    <a:tint val="82000"/>
                  </a:schemeClr>
                </a:solidFill>
              </a:defRPr>
            </a:lvl1pPr>
            <a:lvl2pPr marL="366309" indent="0">
              <a:buNone/>
              <a:defRPr sz="1602">
                <a:solidFill>
                  <a:schemeClr val="tx1">
                    <a:tint val="82000"/>
                  </a:schemeClr>
                </a:solidFill>
              </a:defRPr>
            </a:lvl2pPr>
            <a:lvl3pPr marL="732617" indent="0">
              <a:buNone/>
              <a:defRPr sz="1442">
                <a:solidFill>
                  <a:schemeClr val="tx1">
                    <a:tint val="82000"/>
                  </a:schemeClr>
                </a:solidFill>
              </a:defRPr>
            </a:lvl3pPr>
            <a:lvl4pPr marL="1098926" indent="0">
              <a:buNone/>
              <a:defRPr sz="1282">
                <a:solidFill>
                  <a:schemeClr val="tx1">
                    <a:tint val="82000"/>
                  </a:schemeClr>
                </a:solidFill>
              </a:defRPr>
            </a:lvl4pPr>
            <a:lvl5pPr marL="1465235" indent="0">
              <a:buNone/>
              <a:defRPr sz="1282">
                <a:solidFill>
                  <a:schemeClr val="tx1">
                    <a:tint val="82000"/>
                  </a:schemeClr>
                </a:solidFill>
              </a:defRPr>
            </a:lvl5pPr>
            <a:lvl6pPr marL="1831543" indent="0">
              <a:buNone/>
              <a:defRPr sz="1282">
                <a:solidFill>
                  <a:schemeClr val="tx1">
                    <a:tint val="82000"/>
                  </a:schemeClr>
                </a:solidFill>
              </a:defRPr>
            </a:lvl6pPr>
            <a:lvl7pPr marL="2197852" indent="0">
              <a:buNone/>
              <a:defRPr sz="1282">
                <a:solidFill>
                  <a:schemeClr val="tx1">
                    <a:tint val="82000"/>
                  </a:schemeClr>
                </a:solidFill>
              </a:defRPr>
            </a:lvl7pPr>
            <a:lvl8pPr marL="2564160" indent="0">
              <a:buNone/>
              <a:defRPr sz="1282">
                <a:solidFill>
                  <a:schemeClr val="tx1">
                    <a:tint val="82000"/>
                  </a:schemeClr>
                </a:solidFill>
              </a:defRPr>
            </a:lvl8pPr>
            <a:lvl9pPr marL="2930469" indent="0">
              <a:buNone/>
              <a:defRPr sz="128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65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684" y="1820976"/>
            <a:ext cx="3113683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8946" y="1820976"/>
            <a:ext cx="3113683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41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638" y="364197"/>
            <a:ext cx="6318945" cy="1322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639" y="1676882"/>
            <a:ext cx="3099373" cy="821814"/>
          </a:xfrm>
        </p:spPr>
        <p:txBody>
          <a:bodyPr anchor="b"/>
          <a:lstStyle>
            <a:lvl1pPr marL="0" indent="0">
              <a:buNone/>
              <a:defRPr sz="1923" b="1"/>
            </a:lvl1pPr>
            <a:lvl2pPr marL="366309" indent="0">
              <a:buNone/>
              <a:defRPr sz="1602" b="1"/>
            </a:lvl2pPr>
            <a:lvl3pPr marL="732617" indent="0">
              <a:buNone/>
              <a:defRPr sz="1442" b="1"/>
            </a:lvl3pPr>
            <a:lvl4pPr marL="1098926" indent="0">
              <a:buNone/>
              <a:defRPr sz="1282" b="1"/>
            </a:lvl4pPr>
            <a:lvl5pPr marL="1465235" indent="0">
              <a:buNone/>
              <a:defRPr sz="1282" b="1"/>
            </a:lvl5pPr>
            <a:lvl6pPr marL="1831543" indent="0">
              <a:buNone/>
              <a:defRPr sz="1282" b="1"/>
            </a:lvl6pPr>
            <a:lvl7pPr marL="2197852" indent="0">
              <a:buNone/>
              <a:defRPr sz="1282" b="1"/>
            </a:lvl7pPr>
            <a:lvl8pPr marL="2564160" indent="0">
              <a:buNone/>
              <a:defRPr sz="1282" b="1"/>
            </a:lvl8pPr>
            <a:lvl9pPr marL="2930469" indent="0">
              <a:buNone/>
              <a:defRPr sz="12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639" y="2498697"/>
            <a:ext cx="3099373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8946" y="1676882"/>
            <a:ext cx="3114637" cy="821814"/>
          </a:xfrm>
        </p:spPr>
        <p:txBody>
          <a:bodyPr anchor="b"/>
          <a:lstStyle>
            <a:lvl1pPr marL="0" indent="0">
              <a:buNone/>
              <a:defRPr sz="1923" b="1"/>
            </a:lvl1pPr>
            <a:lvl2pPr marL="366309" indent="0">
              <a:buNone/>
              <a:defRPr sz="1602" b="1"/>
            </a:lvl2pPr>
            <a:lvl3pPr marL="732617" indent="0">
              <a:buNone/>
              <a:defRPr sz="1442" b="1"/>
            </a:lvl3pPr>
            <a:lvl4pPr marL="1098926" indent="0">
              <a:buNone/>
              <a:defRPr sz="1282" b="1"/>
            </a:lvl4pPr>
            <a:lvl5pPr marL="1465235" indent="0">
              <a:buNone/>
              <a:defRPr sz="1282" b="1"/>
            </a:lvl5pPr>
            <a:lvl6pPr marL="1831543" indent="0">
              <a:buNone/>
              <a:defRPr sz="1282" b="1"/>
            </a:lvl6pPr>
            <a:lvl7pPr marL="2197852" indent="0">
              <a:buNone/>
              <a:defRPr sz="1282" b="1"/>
            </a:lvl7pPr>
            <a:lvl8pPr marL="2564160" indent="0">
              <a:buNone/>
              <a:defRPr sz="1282" b="1"/>
            </a:lvl8pPr>
            <a:lvl9pPr marL="2930469" indent="0">
              <a:buNone/>
              <a:defRPr sz="128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8946" y="2498697"/>
            <a:ext cx="3114637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57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0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176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638" y="456036"/>
            <a:ext cx="2362927" cy="1596126"/>
          </a:xfrm>
        </p:spPr>
        <p:txBody>
          <a:bodyPr anchor="b"/>
          <a:lstStyle>
            <a:lvl1pPr>
              <a:defRPr sz="25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4637" y="984912"/>
            <a:ext cx="3708946" cy="4861216"/>
          </a:xfrm>
        </p:spPr>
        <p:txBody>
          <a:bodyPr/>
          <a:lstStyle>
            <a:lvl1pPr>
              <a:defRPr sz="2564"/>
            </a:lvl1pPr>
            <a:lvl2pPr>
              <a:defRPr sz="2243"/>
            </a:lvl2pPr>
            <a:lvl3pPr>
              <a:defRPr sz="1923"/>
            </a:lvl3pPr>
            <a:lvl4pPr>
              <a:defRPr sz="1602"/>
            </a:lvl4pPr>
            <a:lvl5pPr>
              <a:defRPr sz="1602"/>
            </a:lvl5pPr>
            <a:lvl6pPr>
              <a:defRPr sz="1602"/>
            </a:lvl6pPr>
            <a:lvl7pPr>
              <a:defRPr sz="1602"/>
            </a:lvl7pPr>
            <a:lvl8pPr>
              <a:defRPr sz="1602"/>
            </a:lvl8pPr>
            <a:lvl9pPr>
              <a:defRPr sz="1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638" y="2052161"/>
            <a:ext cx="2362927" cy="3801883"/>
          </a:xfrm>
        </p:spPr>
        <p:txBody>
          <a:bodyPr/>
          <a:lstStyle>
            <a:lvl1pPr marL="0" indent="0">
              <a:buNone/>
              <a:defRPr sz="1282"/>
            </a:lvl1pPr>
            <a:lvl2pPr marL="366309" indent="0">
              <a:buNone/>
              <a:defRPr sz="1122"/>
            </a:lvl2pPr>
            <a:lvl3pPr marL="732617" indent="0">
              <a:buNone/>
              <a:defRPr sz="961"/>
            </a:lvl3pPr>
            <a:lvl4pPr marL="1098926" indent="0">
              <a:buNone/>
              <a:defRPr sz="801"/>
            </a:lvl4pPr>
            <a:lvl5pPr marL="1465235" indent="0">
              <a:buNone/>
              <a:defRPr sz="801"/>
            </a:lvl5pPr>
            <a:lvl6pPr marL="1831543" indent="0">
              <a:buNone/>
              <a:defRPr sz="801"/>
            </a:lvl6pPr>
            <a:lvl7pPr marL="2197852" indent="0">
              <a:buNone/>
              <a:defRPr sz="801"/>
            </a:lvl7pPr>
            <a:lvl8pPr marL="2564160" indent="0">
              <a:buNone/>
              <a:defRPr sz="801"/>
            </a:lvl8pPr>
            <a:lvl9pPr marL="2930469" indent="0">
              <a:buNone/>
              <a:defRPr sz="8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36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638" y="456036"/>
            <a:ext cx="2362927" cy="1596126"/>
          </a:xfrm>
        </p:spPr>
        <p:txBody>
          <a:bodyPr anchor="b"/>
          <a:lstStyle>
            <a:lvl1pPr>
              <a:defRPr sz="25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14637" y="984912"/>
            <a:ext cx="3708946" cy="4861216"/>
          </a:xfrm>
        </p:spPr>
        <p:txBody>
          <a:bodyPr anchor="t"/>
          <a:lstStyle>
            <a:lvl1pPr marL="0" indent="0">
              <a:buNone/>
              <a:defRPr sz="2564"/>
            </a:lvl1pPr>
            <a:lvl2pPr marL="366309" indent="0">
              <a:buNone/>
              <a:defRPr sz="2243"/>
            </a:lvl2pPr>
            <a:lvl3pPr marL="732617" indent="0">
              <a:buNone/>
              <a:defRPr sz="1923"/>
            </a:lvl3pPr>
            <a:lvl4pPr marL="1098926" indent="0">
              <a:buNone/>
              <a:defRPr sz="1602"/>
            </a:lvl4pPr>
            <a:lvl5pPr marL="1465235" indent="0">
              <a:buNone/>
              <a:defRPr sz="1602"/>
            </a:lvl5pPr>
            <a:lvl6pPr marL="1831543" indent="0">
              <a:buNone/>
              <a:defRPr sz="1602"/>
            </a:lvl6pPr>
            <a:lvl7pPr marL="2197852" indent="0">
              <a:buNone/>
              <a:defRPr sz="1602"/>
            </a:lvl7pPr>
            <a:lvl8pPr marL="2564160" indent="0">
              <a:buNone/>
              <a:defRPr sz="1602"/>
            </a:lvl8pPr>
            <a:lvl9pPr marL="2930469" indent="0">
              <a:buNone/>
              <a:defRPr sz="16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638" y="2052161"/>
            <a:ext cx="2362927" cy="3801883"/>
          </a:xfrm>
        </p:spPr>
        <p:txBody>
          <a:bodyPr/>
          <a:lstStyle>
            <a:lvl1pPr marL="0" indent="0">
              <a:buNone/>
              <a:defRPr sz="1282"/>
            </a:lvl1pPr>
            <a:lvl2pPr marL="366309" indent="0">
              <a:buNone/>
              <a:defRPr sz="1122"/>
            </a:lvl2pPr>
            <a:lvl3pPr marL="732617" indent="0">
              <a:buNone/>
              <a:defRPr sz="961"/>
            </a:lvl3pPr>
            <a:lvl4pPr marL="1098926" indent="0">
              <a:buNone/>
              <a:defRPr sz="801"/>
            </a:lvl4pPr>
            <a:lvl5pPr marL="1465235" indent="0">
              <a:buNone/>
              <a:defRPr sz="801"/>
            </a:lvl5pPr>
            <a:lvl6pPr marL="1831543" indent="0">
              <a:buNone/>
              <a:defRPr sz="801"/>
            </a:lvl6pPr>
            <a:lvl7pPr marL="2197852" indent="0">
              <a:buNone/>
              <a:defRPr sz="801"/>
            </a:lvl7pPr>
            <a:lvl8pPr marL="2564160" indent="0">
              <a:buNone/>
              <a:defRPr sz="801"/>
            </a:lvl8pPr>
            <a:lvl9pPr marL="2930469" indent="0">
              <a:buNone/>
              <a:defRPr sz="8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96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30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42893" y="364195"/>
            <a:ext cx="1579736" cy="57970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684" y="364195"/>
            <a:ext cx="4647630" cy="5797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86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3684" y="364197"/>
            <a:ext cx="6318945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684" y="1820976"/>
            <a:ext cx="6318945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3684" y="6340167"/>
            <a:ext cx="1648420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FCD92-024C-4532-B3B8-C05FEF7568C8}" type="datetimeFigureOut">
              <a:rPr lang="en-GB" smtClean="0"/>
              <a:t>06/03/2026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6841" y="6340167"/>
            <a:ext cx="247263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74209" y="6340167"/>
            <a:ext cx="1648420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7E946-D26C-436F-BF84-BC3A4C54B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795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32617" rtl="0" eaLnBrk="1" latinLnBrk="0" hangingPunct="1">
        <a:lnSpc>
          <a:spcPct val="90000"/>
        </a:lnSpc>
        <a:spcBef>
          <a:spcPct val="0"/>
        </a:spcBef>
        <a:buNone/>
        <a:defRPr sz="35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3154" indent="-183154" algn="l" defTabSz="732617" rtl="0" eaLnBrk="1" latinLnBrk="0" hangingPunct="1">
        <a:lnSpc>
          <a:spcPct val="90000"/>
        </a:lnSpc>
        <a:spcBef>
          <a:spcPts val="801"/>
        </a:spcBef>
        <a:buFont typeface="Arial" panose="020B0604020202020204" pitchFamily="34" charset="0"/>
        <a:buChar char="•"/>
        <a:defRPr sz="2243" kern="1200">
          <a:solidFill>
            <a:schemeClr val="tx1"/>
          </a:solidFill>
          <a:latin typeface="+mn-lt"/>
          <a:ea typeface="+mn-ea"/>
          <a:cs typeface="+mn-cs"/>
        </a:defRPr>
      </a:lvl1pPr>
      <a:lvl2pPr marL="549463" indent="-183154" algn="l" defTabSz="732617" rtl="0" eaLnBrk="1" latinLnBrk="0" hangingPunct="1">
        <a:lnSpc>
          <a:spcPct val="90000"/>
        </a:lnSpc>
        <a:spcBef>
          <a:spcPts val="401"/>
        </a:spcBef>
        <a:buFont typeface="Arial" panose="020B0604020202020204" pitchFamily="34" charset="0"/>
        <a:buChar char="•"/>
        <a:defRPr sz="1923" kern="1200">
          <a:solidFill>
            <a:schemeClr val="tx1"/>
          </a:solidFill>
          <a:latin typeface="+mn-lt"/>
          <a:ea typeface="+mn-ea"/>
          <a:cs typeface="+mn-cs"/>
        </a:defRPr>
      </a:lvl2pPr>
      <a:lvl3pPr marL="915772" indent="-183154" algn="l" defTabSz="732617" rtl="0" eaLnBrk="1" latinLnBrk="0" hangingPunct="1">
        <a:lnSpc>
          <a:spcPct val="90000"/>
        </a:lnSpc>
        <a:spcBef>
          <a:spcPts val="401"/>
        </a:spcBef>
        <a:buFont typeface="Arial" panose="020B0604020202020204" pitchFamily="34" charset="0"/>
        <a:buChar char="•"/>
        <a:defRPr sz="1602" kern="1200">
          <a:solidFill>
            <a:schemeClr val="tx1"/>
          </a:solidFill>
          <a:latin typeface="+mn-lt"/>
          <a:ea typeface="+mn-ea"/>
          <a:cs typeface="+mn-cs"/>
        </a:defRPr>
      </a:lvl3pPr>
      <a:lvl4pPr marL="1282080" indent="-183154" algn="l" defTabSz="732617" rtl="0" eaLnBrk="1" latinLnBrk="0" hangingPunct="1">
        <a:lnSpc>
          <a:spcPct val="90000"/>
        </a:lnSpc>
        <a:spcBef>
          <a:spcPts val="401"/>
        </a:spcBef>
        <a:buFont typeface="Arial" panose="020B0604020202020204" pitchFamily="34" charset="0"/>
        <a:buChar char="•"/>
        <a:defRPr sz="1442" kern="1200">
          <a:solidFill>
            <a:schemeClr val="tx1"/>
          </a:solidFill>
          <a:latin typeface="+mn-lt"/>
          <a:ea typeface="+mn-ea"/>
          <a:cs typeface="+mn-cs"/>
        </a:defRPr>
      </a:lvl4pPr>
      <a:lvl5pPr marL="1648389" indent="-183154" algn="l" defTabSz="732617" rtl="0" eaLnBrk="1" latinLnBrk="0" hangingPunct="1">
        <a:lnSpc>
          <a:spcPct val="90000"/>
        </a:lnSpc>
        <a:spcBef>
          <a:spcPts val="401"/>
        </a:spcBef>
        <a:buFont typeface="Arial" panose="020B0604020202020204" pitchFamily="34" charset="0"/>
        <a:buChar char="•"/>
        <a:defRPr sz="1442" kern="1200">
          <a:solidFill>
            <a:schemeClr val="tx1"/>
          </a:solidFill>
          <a:latin typeface="+mn-lt"/>
          <a:ea typeface="+mn-ea"/>
          <a:cs typeface="+mn-cs"/>
        </a:defRPr>
      </a:lvl5pPr>
      <a:lvl6pPr marL="2014698" indent="-183154" algn="l" defTabSz="732617" rtl="0" eaLnBrk="1" latinLnBrk="0" hangingPunct="1">
        <a:lnSpc>
          <a:spcPct val="90000"/>
        </a:lnSpc>
        <a:spcBef>
          <a:spcPts val="401"/>
        </a:spcBef>
        <a:buFont typeface="Arial" panose="020B0604020202020204" pitchFamily="34" charset="0"/>
        <a:buChar char="•"/>
        <a:defRPr sz="1442" kern="1200">
          <a:solidFill>
            <a:schemeClr val="tx1"/>
          </a:solidFill>
          <a:latin typeface="+mn-lt"/>
          <a:ea typeface="+mn-ea"/>
          <a:cs typeface="+mn-cs"/>
        </a:defRPr>
      </a:lvl6pPr>
      <a:lvl7pPr marL="2381006" indent="-183154" algn="l" defTabSz="732617" rtl="0" eaLnBrk="1" latinLnBrk="0" hangingPunct="1">
        <a:lnSpc>
          <a:spcPct val="90000"/>
        </a:lnSpc>
        <a:spcBef>
          <a:spcPts val="401"/>
        </a:spcBef>
        <a:buFont typeface="Arial" panose="020B0604020202020204" pitchFamily="34" charset="0"/>
        <a:buChar char="•"/>
        <a:defRPr sz="1442" kern="1200">
          <a:solidFill>
            <a:schemeClr val="tx1"/>
          </a:solidFill>
          <a:latin typeface="+mn-lt"/>
          <a:ea typeface="+mn-ea"/>
          <a:cs typeface="+mn-cs"/>
        </a:defRPr>
      </a:lvl7pPr>
      <a:lvl8pPr marL="2747315" indent="-183154" algn="l" defTabSz="732617" rtl="0" eaLnBrk="1" latinLnBrk="0" hangingPunct="1">
        <a:lnSpc>
          <a:spcPct val="90000"/>
        </a:lnSpc>
        <a:spcBef>
          <a:spcPts val="401"/>
        </a:spcBef>
        <a:buFont typeface="Arial" panose="020B0604020202020204" pitchFamily="34" charset="0"/>
        <a:buChar char="•"/>
        <a:defRPr sz="1442" kern="1200">
          <a:solidFill>
            <a:schemeClr val="tx1"/>
          </a:solidFill>
          <a:latin typeface="+mn-lt"/>
          <a:ea typeface="+mn-ea"/>
          <a:cs typeface="+mn-cs"/>
        </a:defRPr>
      </a:lvl8pPr>
      <a:lvl9pPr marL="3113623" indent="-183154" algn="l" defTabSz="732617" rtl="0" eaLnBrk="1" latinLnBrk="0" hangingPunct="1">
        <a:lnSpc>
          <a:spcPct val="90000"/>
        </a:lnSpc>
        <a:spcBef>
          <a:spcPts val="401"/>
        </a:spcBef>
        <a:buFont typeface="Arial" panose="020B0604020202020204" pitchFamily="34" charset="0"/>
        <a:buChar char="•"/>
        <a:defRPr sz="14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2617" rtl="0" eaLnBrk="1" latinLnBrk="0" hangingPunct="1">
        <a:defRPr sz="1442" kern="1200">
          <a:solidFill>
            <a:schemeClr val="tx1"/>
          </a:solidFill>
          <a:latin typeface="+mn-lt"/>
          <a:ea typeface="+mn-ea"/>
          <a:cs typeface="+mn-cs"/>
        </a:defRPr>
      </a:lvl1pPr>
      <a:lvl2pPr marL="366309" algn="l" defTabSz="732617" rtl="0" eaLnBrk="1" latinLnBrk="0" hangingPunct="1">
        <a:defRPr sz="1442" kern="1200">
          <a:solidFill>
            <a:schemeClr val="tx1"/>
          </a:solidFill>
          <a:latin typeface="+mn-lt"/>
          <a:ea typeface="+mn-ea"/>
          <a:cs typeface="+mn-cs"/>
        </a:defRPr>
      </a:lvl2pPr>
      <a:lvl3pPr marL="732617" algn="l" defTabSz="732617" rtl="0" eaLnBrk="1" latinLnBrk="0" hangingPunct="1">
        <a:defRPr sz="1442" kern="1200">
          <a:solidFill>
            <a:schemeClr val="tx1"/>
          </a:solidFill>
          <a:latin typeface="+mn-lt"/>
          <a:ea typeface="+mn-ea"/>
          <a:cs typeface="+mn-cs"/>
        </a:defRPr>
      </a:lvl3pPr>
      <a:lvl4pPr marL="1098926" algn="l" defTabSz="732617" rtl="0" eaLnBrk="1" latinLnBrk="0" hangingPunct="1">
        <a:defRPr sz="1442" kern="1200">
          <a:solidFill>
            <a:schemeClr val="tx1"/>
          </a:solidFill>
          <a:latin typeface="+mn-lt"/>
          <a:ea typeface="+mn-ea"/>
          <a:cs typeface="+mn-cs"/>
        </a:defRPr>
      </a:lvl4pPr>
      <a:lvl5pPr marL="1465235" algn="l" defTabSz="732617" rtl="0" eaLnBrk="1" latinLnBrk="0" hangingPunct="1">
        <a:defRPr sz="1442" kern="1200">
          <a:solidFill>
            <a:schemeClr val="tx1"/>
          </a:solidFill>
          <a:latin typeface="+mn-lt"/>
          <a:ea typeface="+mn-ea"/>
          <a:cs typeface="+mn-cs"/>
        </a:defRPr>
      </a:lvl5pPr>
      <a:lvl6pPr marL="1831543" algn="l" defTabSz="732617" rtl="0" eaLnBrk="1" latinLnBrk="0" hangingPunct="1">
        <a:defRPr sz="1442" kern="1200">
          <a:solidFill>
            <a:schemeClr val="tx1"/>
          </a:solidFill>
          <a:latin typeface="+mn-lt"/>
          <a:ea typeface="+mn-ea"/>
          <a:cs typeface="+mn-cs"/>
        </a:defRPr>
      </a:lvl6pPr>
      <a:lvl7pPr marL="2197852" algn="l" defTabSz="732617" rtl="0" eaLnBrk="1" latinLnBrk="0" hangingPunct="1">
        <a:defRPr sz="1442" kern="1200">
          <a:solidFill>
            <a:schemeClr val="tx1"/>
          </a:solidFill>
          <a:latin typeface="+mn-lt"/>
          <a:ea typeface="+mn-ea"/>
          <a:cs typeface="+mn-cs"/>
        </a:defRPr>
      </a:lvl7pPr>
      <a:lvl8pPr marL="2564160" algn="l" defTabSz="732617" rtl="0" eaLnBrk="1" latinLnBrk="0" hangingPunct="1">
        <a:defRPr sz="1442" kern="1200">
          <a:solidFill>
            <a:schemeClr val="tx1"/>
          </a:solidFill>
          <a:latin typeface="+mn-lt"/>
          <a:ea typeface="+mn-ea"/>
          <a:cs typeface="+mn-cs"/>
        </a:defRPr>
      </a:lvl8pPr>
      <a:lvl9pPr marL="2930469" algn="l" defTabSz="732617" rtl="0" eaLnBrk="1" latinLnBrk="0" hangingPunct="1">
        <a:defRPr sz="14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0CD0-C17C-F8B3-5DE7-FBC1C093D2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ABDD0D-9112-0369-389C-5A93CC6DC3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B3594-2F56-CBDA-8628-AC712A0EC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3"/>
          <a:stretch>
            <a:fillRect/>
          </a:stretch>
        </p:blipFill>
        <p:spPr>
          <a:xfrm>
            <a:off x="0" y="0"/>
            <a:ext cx="7333629" cy="684053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B5D6F1-FEC0-525D-7439-C8C70D312046}"/>
              </a:ext>
            </a:extLst>
          </p:cNvPr>
          <p:cNvSpPr/>
          <p:nvPr/>
        </p:nvSpPr>
        <p:spPr>
          <a:xfrm>
            <a:off x="3696144" y="5741679"/>
            <a:ext cx="1499025" cy="3375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55" dirty="0">
                <a:solidFill>
                  <a:sysClr val="windowText" lastClr="000000"/>
                </a:solidFill>
              </a:rPr>
              <a:t>London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F1A813-0C75-E911-0941-86AC9E5EFC99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3944324" y="4989032"/>
            <a:ext cx="501329" cy="7526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6DCA744-1606-A8BE-A2C2-34F099130664}"/>
              </a:ext>
            </a:extLst>
          </p:cNvPr>
          <p:cNvSpPr/>
          <p:nvPr/>
        </p:nvSpPr>
        <p:spPr>
          <a:xfrm>
            <a:off x="95530" y="4512159"/>
            <a:ext cx="1499025" cy="3375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55" dirty="0">
                <a:solidFill>
                  <a:sysClr val="windowText" lastClr="000000"/>
                </a:solidFill>
              </a:rPr>
              <a:t>Bristol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7CA8FF-D3BA-5643-CAF3-DB7E99A65D3A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594559" y="4680926"/>
            <a:ext cx="555101" cy="933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39D81B4-0486-62B9-5397-6E4D304FA3DC}"/>
              </a:ext>
            </a:extLst>
          </p:cNvPr>
          <p:cNvSpPr/>
          <p:nvPr/>
        </p:nvSpPr>
        <p:spPr>
          <a:xfrm>
            <a:off x="190257" y="3500299"/>
            <a:ext cx="1585062" cy="3375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55" dirty="0">
                <a:solidFill>
                  <a:sysClr val="windowText" lastClr="000000"/>
                </a:solidFill>
              </a:rPr>
              <a:t>Birmingham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B33EE4A-B549-5037-C00B-3BC07AABDC18}"/>
              </a:ext>
            </a:extLst>
          </p:cNvPr>
          <p:cNvSpPr/>
          <p:nvPr/>
        </p:nvSpPr>
        <p:spPr>
          <a:xfrm>
            <a:off x="276294" y="2183780"/>
            <a:ext cx="1499025" cy="3375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55" dirty="0">
                <a:solidFill>
                  <a:sysClr val="windowText" lastClr="000000"/>
                </a:solidFill>
              </a:rPr>
              <a:t>Liverpool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1CBBE52-234B-004C-DE07-BB6FB12FFC15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1025809" y="2521309"/>
            <a:ext cx="924893" cy="324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6656092-93B7-B6A0-99D8-A9EED7D2998F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1775319" y="3669064"/>
            <a:ext cx="725532" cy="847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51A0139-C158-7A0F-E90B-F256C0FBC46B}"/>
              </a:ext>
            </a:extLst>
          </p:cNvPr>
          <p:cNvSpPr/>
          <p:nvPr/>
        </p:nvSpPr>
        <p:spPr>
          <a:xfrm>
            <a:off x="3590306" y="1327459"/>
            <a:ext cx="1499025" cy="3375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55" dirty="0">
                <a:solidFill>
                  <a:sysClr val="windowText" lastClr="000000"/>
                </a:solidFill>
              </a:rPr>
              <a:t>Newcastle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847E56-6320-521C-1213-F24DA3A78EFE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022793" y="1415229"/>
            <a:ext cx="567511" cy="809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52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5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Townley</dc:creator>
  <cp:lastModifiedBy>Sam Townley</cp:lastModifiedBy>
  <cp:revision>1</cp:revision>
  <dcterms:created xsi:type="dcterms:W3CDTF">2026-03-06T11:26:36Z</dcterms:created>
  <dcterms:modified xsi:type="dcterms:W3CDTF">2026-03-06T11:41:13Z</dcterms:modified>
</cp:coreProperties>
</file>