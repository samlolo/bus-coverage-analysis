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sldIdLst>
    <p:sldId id="256" r:id="rId2"/>
    <p:sldId id="257" r:id="rId3"/>
  </p:sldIdLst>
  <p:sldSz cx="7326313" cy="68405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205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Townley" userId="68c42a0746408205" providerId="LiveId" clId="{FE58AA54-8397-47B9-AD77-0B53CD4C599D}"/>
    <pc:docChg chg="custSel modSld">
      <pc:chgData name="Sam Townley" userId="68c42a0746408205" providerId="LiveId" clId="{FE58AA54-8397-47B9-AD77-0B53CD4C599D}" dt="2026-03-10T19:57:11.836" v="35" actId="732"/>
      <pc:docMkLst>
        <pc:docMk/>
      </pc:docMkLst>
      <pc:sldChg chg="addSp delSp modSp mod">
        <pc:chgData name="Sam Townley" userId="68c42a0746408205" providerId="LiveId" clId="{FE58AA54-8397-47B9-AD77-0B53CD4C599D}" dt="2026-03-10T19:57:11.836" v="35" actId="732"/>
        <pc:sldMkLst>
          <pc:docMk/>
          <pc:sldMk cId="1040528626" sldId="256"/>
        </pc:sldMkLst>
        <pc:spChg chg="del">
          <ac:chgData name="Sam Townley" userId="68c42a0746408205" providerId="LiveId" clId="{FE58AA54-8397-47B9-AD77-0B53CD4C599D}" dt="2026-03-10T19:56:48.862" v="18" actId="478"/>
          <ac:spMkLst>
            <pc:docMk/>
            <pc:sldMk cId="1040528626" sldId="256"/>
            <ac:spMk id="2" creationId="{1B160CD0-C17C-F8B3-5DE7-FBC1C093D2C4}"/>
          </ac:spMkLst>
        </pc:spChg>
        <pc:spChg chg="del">
          <ac:chgData name="Sam Townley" userId="68c42a0746408205" providerId="LiveId" clId="{FE58AA54-8397-47B9-AD77-0B53CD4C599D}" dt="2026-03-10T19:56:48.202" v="17" actId="478"/>
          <ac:spMkLst>
            <pc:docMk/>
            <pc:sldMk cId="1040528626" sldId="256"/>
            <ac:spMk id="3" creationId="{38ABDD0D-9112-0369-389C-5A93CC6DC349}"/>
          </ac:spMkLst>
        </pc:spChg>
        <pc:picChg chg="del">
          <ac:chgData name="Sam Townley" userId="68c42a0746408205" providerId="LiveId" clId="{FE58AA54-8397-47B9-AD77-0B53CD4C599D}" dt="2026-03-10T19:56:17.119" v="0" actId="478"/>
          <ac:picMkLst>
            <pc:docMk/>
            <pc:sldMk cId="1040528626" sldId="256"/>
            <ac:picMk id="5" creationId="{11FB3594-2F56-CBDA-8628-AC712A0EC36D}"/>
          </ac:picMkLst>
        </pc:picChg>
        <pc:picChg chg="add del mod ord">
          <ac:chgData name="Sam Townley" userId="68c42a0746408205" providerId="LiveId" clId="{FE58AA54-8397-47B9-AD77-0B53CD4C599D}" dt="2026-03-10T19:56:46.062" v="16" actId="478"/>
          <ac:picMkLst>
            <pc:docMk/>
            <pc:sldMk cId="1040528626" sldId="256"/>
            <ac:picMk id="6" creationId="{A665D3D0-8562-1763-50C1-1F76420C7C95}"/>
          </ac:picMkLst>
        </pc:picChg>
        <pc:picChg chg="add mod ord modCrop">
          <ac:chgData name="Sam Townley" userId="68c42a0746408205" providerId="LiveId" clId="{FE58AA54-8397-47B9-AD77-0B53CD4C599D}" dt="2026-03-10T19:57:11.836" v="35" actId="732"/>
          <ac:picMkLst>
            <pc:docMk/>
            <pc:sldMk cId="1040528626" sldId="256"/>
            <ac:picMk id="8" creationId="{D0CAC861-D1E8-7747-347C-D4B38C6F2849}"/>
          </ac:picMkLst>
        </pc:picChg>
      </pc:sldChg>
    </pc:docChg>
  </pc:docChgLst>
  <pc:docChgLst>
    <pc:chgData name="Sam Townley" userId="68c42a0746408205" providerId="LiveId" clId="{FE0E0C0B-E7CA-4A87-990B-63699E60333D}"/>
    <pc:docChg chg="undo custSel addSld modSld">
      <pc:chgData name="Sam Townley" userId="68c42a0746408205" providerId="LiveId" clId="{FE0E0C0B-E7CA-4A87-990B-63699E60333D}" dt="2026-03-11T11:29:45.890" v="27" actId="14100"/>
      <pc:docMkLst>
        <pc:docMk/>
      </pc:docMkLst>
      <pc:sldChg chg="addSp delSp modSp add mod">
        <pc:chgData name="Sam Townley" userId="68c42a0746408205" providerId="LiveId" clId="{FE0E0C0B-E7CA-4A87-990B-63699E60333D}" dt="2026-03-11T11:29:45.890" v="27" actId="14100"/>
        <pc:sldMkLst>
          <pc:docMk/>
          <pc:sldMk cId="4270986651" sldId="257"/>
        </pc:sldMkLst>
        <pc:spChg chg="mod">
          <ac:chgData name="Sam Townley" userId="68c42a0746408205" providerId="LiveId" clId="{FE0E0C0B-E7CA-4A87-990B-63699E60333D}" dt="2026-03-11T11:29:27.713" v="22" actId="1076"/>
          <ac:spMkLst>
            <pc:docMk/>
            <pc:sldMk cId="4270986651" sldId="257"/>
            <ac:spMk id="20" creationId="{B5D9D2FF-672F-A0B7-F52F-D72C798C73C1}"/>
          </ac:spMkLst>
        </pc:spChg>
        <pc:picChg chg="add mod ord modCrop">
          <ac:chgData name="Sam Townley" userId="68c42a0746408205" providerId="LiveId" clId="{FE0E0C0B-E7CA-4A87-990B-63699E60333D}" dt="2026-03-11T11:29:31.218" v="24" actId="1076"/>
          <ac:picMkLst>
            <pc:docMk/>
            <pc:sldMk cId="4270986651" sldId="257"/>
            <ac:picMk id="3" creationId="{CA6A5A09-6332-3FCE-643F-411323A41AC7}"/>
          </ac:picMkLst>
        </pc:picChg>
        <pc:picChg chg="del">
          <ac:chgData name="Sam Townley" userId="68c42a0746408205" providerId="LiveId" clId="{FE0E0C0B-E7CA-4A87-990B-63699E60333D}" dt="2026-03-11T11:28:17.700" v="1" actId="478"/>
          <ac:picMkLst>
            <pc:docMk/>
            <pc:sldMk cId="4270986651" sldId="257"/>
            <ac:picMk id="8" creationId="{7C7D3585-6D9F-ABF8-7E46-35A005F68525}"/>
          </ac:picMkLst>
        </pc:picChg>
        <pc:cxnChg chg="mod">
          <ac:chgData name="Sam Townley" userId="68c42a0746408205" providerId="LiveId" clId="{FE0E0C0B-E7CA-4A87-990B-63699E60333D}" dt="2026-03-11T11:29:39.843" v="26" actId="14100"/>
          <ac:cxnSpMkLst>
            <pc:docMk/>
            <pc:sldMk cId="4270986651" sldId="257"/>
            <ac:cxnSpMk id="16" creationId="{C1E3BD8C-ED1F-A513-CB15-9C1C06F4B912}"/>
          </ac:cxnSpMkLst>
        </pc:cxnChg>
        <pc:cxnChg chg="mod">
          <ac:chgData name="Sam Townley" userId="68c42a0746408205" providerId="LiveId" clId="{FE0E0C0B-E7CA-4A87-990B-63699E60333D}" dt="2026-03-11T11:29:36.468" v="25" actId="14100"/>
          <ac:cxnSpMkLst>
            <pc:docMk/>
            <pc:sldMk cId="4270986651" sldId="257"/>
            <ac:cxnSpMk id="21" creationId="{7621BF10-3D73-CEF5-C479-DE8733684D27}"/>
          </ac:cxnSpMkLst>
        </pc:cxnChg>
        <pc:cxnChg chg="mod">
          <ac:chgData name="Sam Townley" userId="68c42a0746408205" providerId="LiveId" clId="{FE0E0C0B-E7CA-4A87-990B-63699E60333D}" dt="2026-03-11T11:29:09.096" v="18" actId="14100"/>
          <ac:cxnSpMkLst>
            <pc:docMk/>
            <pc:sldMk cId="4270986651" sldId="257"/>
            <ac:cxnSpMk id="32" creationId="{8667F4B3-59CE-149A-36FD-9108D7CF6DD6}"/>
          </ac:cxnSpMkLst>
        </pc:cxnChg>
        <pc:cxnChg chg="mod">
          <ac:chgData name="Sam Townley" userId="68c42a0746408205" providerId="LiveId" clId="{FE0E0C0B-E7CA-4A87-990B-63699E60333D}" dt="2026-03-11T11:29:45.890" v="27" actId="14100"/>
          <ac:cxnSpMkLst>
            <pc:docMk/>
            <pc:sldMk cId="4270986651" sldId="257"/>
            <ac:cxnSpMk id="38" creationId="{59FD0329-AB45-7BF2-F8AC-D01BC4A0FBC0}"/>
          </ac:cxnSpMkLst>
        </pc:cxnChg>
        <pc:cxnChg chg="mod">
          <ac:chgData name="Sam Townley" userId="68c42a0746408205" providerId="LiveId" clId="{FE0E0C0B-E7CA-4A87-990B-63699E60333D}" dt="2026-03-11T11:29:14.190" v="19" actId="14100"/>
          <ac:cxnSpMkLst>
            <pc:docMk/>
            <pc:sldMk cId="4270986651" sldId="257"/>
            <ac:cxnSpMk id="42" creationId="{58EE6CC5-978E-D62D-106C-02D764FDB065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9474" y="1119505"/>
            <a:ext cx="6227366" cy="2381521"/>
          </a:xfrm>
        </p:spPr>
        <p:txBody>
          <a:bodyPr anchor="b"/>
          <a:lstStyle>
            <a:lvl1pPr algn="ctr">
              <a:defRPr sz="480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5789" y="3592866"/>
            <a:ext cx="5494735" cy="1651546"/>
          </a:xfrm>
        </p:spPr>
        <p:txBody>
          <a:bodyPr/>
          <a:lstStyle>
            <a:lvl1pPr marL="0" indent="0" algn="ctr">
              <a:buNone/>
              <a:defRPr sz="1923"/>
            </a:lvl1pPr>
            <a:lvl2pPr marL="366309" indent="0" algn="ctr">
              <a:buNone/>
              <a:defRPr sz="1602"/>
            </a:lvl2pPr>
            <a:lvl3pPr marL="732617" indent="0" algn="ctr">
              <a:buNone/>
              <a:defRPr sz="1442"/>
            </a:lvl3pPr>
            <a:lvl4pPr marL="1098926" indent="0" algn="ctr">
              <a:buNone/>
              <a:defRPr sz="1282"/>
            </a:lvl4pPr>
            <a:lvl5pPr marL="1465235" indent="0" algn="ctr">
              <a:buNone/>
              <a:defRPr sz="1282"/>
            </a:lvl5pPr>
            <a:lvl6pPr marL="1831543" indent="0" algn="ctr">
              <a:buNone/>
              <a:defRPr sz="1282"/>
            </a:lvl6pPr>
            <a:lvl7pPr marL="2197852" indent="0" algn="ctr">
              <a:buNone/>
              <a:defRPr sz="1282"/>
            </a:lvl7pPr>
            <a:lvl8pPr marL="2564160" indent="0" algn="ctr">
              <a:buNone/>
              <a:defRPr sz="1282"/>
            </a:lvl8pPr>
            <a:lvl9pPr marL="2930469" indent="0" algn="ctr">
              <a:buNone/>
              <a:defRPr sz="128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DFCD92-024C-4532-B3B8-C05FEF7568C8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7E946-D26C-436F-BF84-BC3A4C54B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6890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DFCD92-024C-4532-B3B8-C05FEF7568C8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7E946-D26C-436F-BF84-BC3A4C54B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6669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9869" y="1705386"/>
            <a:ext cx="6318945" cy="2845473"/>
          </a:xfrm>
        </p:spPr>
        <p:txBody>
          <a:bodyPr anchor="b"/>
          <a:lstStyle>
            <a:lvl1pPr>
              <a:defRPr sz="480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9869" y="4577779"/>
            <a:ext cx="6318945" cy="1496367"/>
          </a:xfrm>
        </p:spPr>
        <p:txBody>
          <a:bodyPr/>
          <a:lstStyle>
            <a:lvl1pPr marL="0" indent="0">
              <a:buNone/>
              <a:defRPr sz="1923">
                <a:solidFill>
                  <a:schemeClr val="tx1">
                    <a:tint val="82000"/>
                  </a:schemeClr>
                </a:solidFill>
              </a:defRPr>
            </a:lvl1pPr>
            <a:lvl2pPr marL="366309" indent="0">
              <a:buNone/>
              <a:defRPr sz="1602">
                <a:solidFill>
                  <a:schemeClr val="tx1">
                    <a:tint val="82000"/>
                  </a:schemeClr>
                </a:solidFill>
              </a:defRPr>
            </a:lvl2pPr>
            <a:lvl3pPr marL="732617" indent="0">
              <a:buNone/>
              <a:defRPr sz="1442">
                <a:solidFill>
                  <a:schemeClr val="tx1">
                    <a:tint val="82000"/>
                  </a:schemeClr>
                </a:solidFill>
              </a:defRPr>
            </a:lvl3pPr>
            <a:lvl4pPr marL="1098926" indent="0">
              <a:buNone/>
              <a:defRPr sz="1282">
                <a:solidFill>
                  <a:schemeClr val="tx1">
                    <a:tint val="82000"/>
                  </a:schemeClr>
                </a:solidFill>
              </a:defRPr>
            </a:lvl4pPr>
            <a:lvl5pPr marL="1465235" indent="0">
              <a:buNone/>
              <a:defRPr sz="1282">
                <a:solidFill>
                  <a:schemeClr val="tx1">
                    <a:tint val="82000"/>
                  </a:schemeClr>
                </a:solidFill>
              </a:defRPr>
            </a:lvl5pPr>
            <a:lvl6pPr marL="1831543" indent="0">
              <a:buNone/>
              <a:defRPr sz="1282">
                <a:solidFill>
                  <a:schemeClr val="tx1">
                    <a:tint val="82000"/>
                  </a:schemeClr>
                </a:solidFill>
              </a:defRPr>
            </a:lvl6pPr>
            <a:lvl7pPr marL="2197852" indent="0">
              <a:buNone/>
              <a:defRPr sz="1282">
                <a:solidFill>
                  <a:schemeClr val="tx1">
                    <a:tint val="82000"/>
                  </a:schemeClr>
                </a:solidFill>
              </a:defRPr>
            </a:lvl7pPr>
            <a:lvl8pPr marL="2564160" indent="0">
              <a:buNone/>
              <a:defRPr sz="1282">
                <a:solidFill>
                  <a:schemeClr val="tx1">
                    <a:tint val="82000"/>
                  </a:schemeClr>
                </a:solidFill>
              </a:defRPr>
            </a:lvl8pPr>
            <a:lvl9pPr marL="2930469" indent="0">
              <a:buNone/>
              <a:defRPr sz="128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DFCD92-024C-4532-B3B8-C05FEF7568C8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7E946-D26C-436F-BF84-BC3A4C54B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8657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3684" y="1820976"/>
            <a:ext cx="3113683" cy="43402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708946" y="1820976"/>
            <a:ext cx="3113683" cy="43402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DFCD92-024C-4532-B3B8-C05FEF7568C8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7E946-D26C-436F-BF84-BC3A4C54B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7411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638" y="364197"/>
            <a:ext cx="6318945" cy="132218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4639" y="1676882"/>
            <a:ext cx="3099373" cy="821814"/>
          </a:xfrm>
        </p:spPr>
        <p:txBody>
          <a:bodyPr anchor="b"/>
          <a:lstStyle>
            <a:lvl1pPr marL="0" indent="0">
              <a:buNone/>
              <a:defRPr sz="1923" b="1"/>
            </a:lvl1pPr>
            <a:lvl2pPr marL="366309" indent="0">
              <a:buNone/>
              <a:defRPr sz="1602" b="1"/>
            </a:lvl2pPr>
            <a:lvl3pPr marL="732617" indent="0">
              <a:buNone/>
              <a:defRPr sz="1442" b="1"/>
            </a:lvl3pPr>
            <a:lvl4pPr marL="1098926" indent="0">
              <a:buNone/>
              <a:defRPr sz="1282" b="1"/>
            </a:lvl4pPr>
            <a:lvl5pPr marL="1465235" indent="0">
              <a:buNone/>
              <a:defRPr sz="1282" b="1"/>
            </a:lvl5pPr>
            <a:lvl6pPr marL="1831543" indent="0">
              <a:buNone/>
              <a:defRPr sz="1282" b="1"/>
            </a:lvl6pPr>
            <a:lvl7pPr marL="2197852" indent="0">
              <a:buNone/>
              <a:defRPr sz="1282" b="1"/>
            </a:lvl7pPr>
            <a:lvl8pPr marL="2564160" indent="0">
              <a:buNone/>
              <a:defRPr sz="1282" b="1"/>
            </a:lvl8pPr>
            <a:lvl9pPr marL="2930469" indent="0">
              <a:buNone/>
              <a:defRPr sz="128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4639" y="2498697"/>
            <a:ext cx="3099373" cy="36752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708946" y="1676882"/>
            <a:ext cx="3114637" cy="821814"/>
          </a:xfrm>
        </p:spPr>
        <p:txBody>
          <a:bodyPr anchor="b"/>
          <a:lstStyle>
            <a:lvl1pPr marL="0" indent="0">
              <a:buNone/>
              <a:defRPr sz="1923" b="1"/>
            </a:lvl1pPr>
            <a:lvl2pPr marL="366309" indent="0">
              <a:buNone/>
              <a:defRPr sz="1602" b="1"/>
            </a:lvl2pPr>
            <a:lvl3pPr marL="732617" indent="0">
              <a:buNone/>
              <a:defRPr sz="1442" b="1"/>
            </a:lvl3pPr>
            <a:lvl4pPr marL="1098926" indent="0">
              <a:buNone/>
              <a:defRPr sz="1282" b="1"/>
            </a:lvl4pPr>
            <a:lvl5pPr marL="1465235" indent="0">
              <a:buNone/>
              <a:defRPr sz="1282" b="1"/>
            </a:lvl5pPr>
            <a:lvl6pPr marL="1831543" indent="0">
              <a:buNone/>
              <a:defRPr sz="1282" b="1"/>
            </a:lvl6pPr>
            <a:lvl7pPr marL="2197852" indent="0">
              <a:buNone/>
              <a:defRPr sz="1282" b="1"/>
            </a:lvl7pPr>
            <a:lvl8pPr marL="2564160" indent="0">
              <a:buNone/>
              <a:defRPr sz="1282" b="1"/>
            </a:lvl8pPr>
            <a:lvl9pPr marL="2930469" indent="0">
              <a:buNone/>
              <a:defRPr sz="128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708946" y="2498697"/>
            <a:ext cx="3114637" cy="36752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DFCD92-024C-4532-B3B8-C05FEF7568C8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7E946-D26C-436F-BF84-BC3A4C54B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75743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DFCD92-024C-4532-B3B8-C05FEF7568C8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7E946-D26C-436F-BF84-BC3A4C54B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4033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DFCD92-024C-4532-B3B8-C05FEF7568C8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7E946-D26C-436F-BF84-BC3A4C54B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71768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638" y="456036"/>
            <a:ext cx="2362927" cy="1596126"/>
          </a:xfrm>
        </p:spPr>
        <p:txBody>
          <a:bodyPr anchor="b"/>
          <a:lstStyle>
            <a:lvl1pPr>
              <a:defRPr sz="256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14637" y="984912"/>
            <a:ext cx="3708946" cy="4861216"/>
          </a:xfrm>
        </p:spPr>
        <p:txBody>
          <a:bodyPr/>
          <a:lstStyle>
            <a:lvl1pPr>
              <a:defRPr sz="2564"/>
            </a:lvl1pPr>
            <a:lvl2pPr>
              <a:defRPr sz="2243"/>
            </a:lvl2pPr>
            <a:lvl3pPr>
              <a:defRPr sz="1923"/>
            </a:lvl3pPr>
            <a:lvl4pPr>
              <a:defRPr sz="1602"/>
            </a:lvl4pPr>
            <a:lvl5pPr>
              <a:defRPr sz="1602"/>
            </a:lvl5pPr>
            <a:lvl6pPr>
              <a:defRPr sz="1602"/>
            </a:lvl6pPr>
            <a:lvl7pPr>
              <a:defRPr sz="1602"/>
            </a:lvl7pPr>
            <a:lvl8pPr>
              <a:defRPr sz="1602"/>
            </a:lvl8pPr>
            <a:lvl9pPr>
              <a:defRPr sz="160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4638" y="2052161"/>
            <a:ext cx="2362927" cy="3801883"/>
          </a:xfrm>
        </p:spPr>
        <p:txBody>
          <a:bodyPr/>
          <a:lstStyle>
            <a:lvl1pPr marL="0" indent="0">
              <a:buNone/>
              <a:defRPr sz="1282"/>
            </a:lvl1pPr>
            <a:lvl2pPr marL="366309" indent="0">
              <a:buNone/>
              <a:defRPr sz="1122"/>
            </a:lvl2pPr>
            <a:lvl3pPr marL="732617" indent="0">
              <a:buNone/>
              <a:defRPr sz="961"/>
            </a:lvl3pPr>
            <a:lvl4pPr marL="1098926" indent="0">
              <a:buNone/>
              <a:defRPr sz="801"/>
            </a:lvl4pPr>
            <a:lvl5pPr marL="1465235" indent="0">
              <a:buNone/>
              <a:defRPr sz="801"/>
            </a:lvl5pPr>
            <a:lvl6pPr marL="1831543" indent="0">
              <a:buNone/>
              <a:defRPr sz="801"/>
            </a:lvl6pPr>
            <a:lvl7pPr marL="2197852" indent="0">
              <a:buNone/>
              <a:defRPr sz="801"/>
            </a:lvl7pPr>
            <a:lvl8pPr marL="2564160" indent="0">
              <a:buNone/>
              <a:defRPr sz="801"/>
            </a:lvl8pPr>
            <a:lvl9pPr marL="2930469" indent="0">
              <a:buNone/>
              <a:defRPr sz="8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DFCD92-024C-4532-B3B8-C05FEF7568C8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7E946-D26C-436F-BF84-BC3A4C54B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42363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4638" y="456036"/>
            <a:ext cx="2362927" cy="1596126"/>
          </a:xfrm>
        </p:spPr>
        <p:txBody>
          <a:bodyPr anchor="b"/>
          <a:lstStyle>
            <a:lvl1pPr>
              <a:defRPr sz="256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114637" y="984912"/>
            <a:ext cx="3708946" cy="4861216"/>
          </a:xfrm>
        </p:spPr>
        <p:txBody>
          <a:bodyPr anchor="t"/>
          <a:lstStyle>
            <a:lvl1pPr marL="0" indent="0">
              <a:buNone/>
              <a:defRPr sz="2564"/>
            </a:lvl1pPr>
            <a:lvl2pPr marL="366309" indent="0">
              <a:buNone/>
              <a:defRPr sz="2243"/>
            </a:lvl2pPr>
            <a:lvl3pPr marL="732617" indent="0">
              <a:buNone/>
              <a:defRPr sz="1923"/>
            </a:lvl3pPr>
            <a:lvl4pPr marL="1098926" indent="0">
              <a:buNone/>
              <a:defRPr sz="1602"/>
            </a:lvl4pPr>
            <a:lvl5pPr marL="1465235" indent="0">
              <a:buNone/>
              <a:defRPr sz="1602"/>
            </a:lvl5pPr>
            <a:lvl6pPr marL="1831543" indent="0">
              <a:buNone/>
              <a:defRPr sz="1602"/>
            </a:lvl6pPr>
            <a:lvl7pPr marL="2197852" indent="0">
              <a:buNone/>
              <a:defRPr sz="1602"/>
            </a:lvl7pPr>
            <a:lvl8pPr marL="2564160" indent="0">
              <a:buNone/>
              <a:defRPr sz="1602"/>
            </a:lvl8pPr>
            <a:lvl9pPr marL="2930469" indent="0">
              <a:buNone/>
              <a:defRPr sz="1602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4638" y="2052161"/>
            <a:ext cx="2362927" cy="3801883"/>
          </a:xfrm>
        </p:spPr>
        <p:txBody>
          <a:bodyPr/>
          <a:lstStyle>
            <a:lvl1pPr marL="0" indent="0">
              <a:buNone/>
              <a:defRPr sz="1282"/>
            </a:lvl1pPr>
            <a:lvl2pPr marL="366309" indent="0">
              <a:buNone/>
              <a:defRPr sz="1122"/>
            </a:lvl2pPr>
            <a:lvl3pPr marL="732617" indent="0">
              <a:buNone/>
              <a:defRPr sz="961"/>
            </a:lvl3pPr>
            <a:lvl4pPr marL="1098926" indent="0">
              <a:buNone/>
              <a:defRPr sz="801"/>
            </a:lvl4pPr>
            <a:lvl5pPr marL="1465235" indent="0">
              <a:buNone/>
              <a:defRPr sz="801"/>
            </a:lvl5pPr>
            <a:lvl6pPr marL="1831543" indent="0">
              <a:buNone/>
              <a:defRPr sz="801"/>
            </a:lvl6pPr>
            <a:lvl7pPr marL="2197852" indent="0">
              <a:buNone/>
              <a:defRPr sz="801"/>
            </a:lvl7pPr>
            <a:lvl8pPr marL="2564160" indent="0">
              <a:buNone/>
              <a:defRPr sz="801"/>
            </a:lvl8pPr>
            <a:lvl9pPr marL="2930469" indent="0">
              <a:buNone/>
              <a:defRPr sz="8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DFCD92-024C-4532-B3B8-C05FEF7568C8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7E946-D26C-436F-BF84-BC3A4C54B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9963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DFCD92-024C-4532-B3B8-C05FEF7568C8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7E946-D26C-436F-BF84-BC3A4C54B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43003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242893" y="364195"/>
            <a:ext cx="1579736" cy="579704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3684" y="364195"/>
            <a:ext cx="4647630" cy="579704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DFCD92-024C-4532-B3B8-C05FEF7568C8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7E946-D26C-436F-BF84-BC3A4C54B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860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3684" y="364197"/>
            <a:ext cx="6318945" cy="1322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3684" y="1820976"/>
            <a:ext cx="6318945" cy="43402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03684" y="6340167"/>
            <a:ext cx="1648420" cy="36419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6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DFCD92-024C-4532-B3B8-C05FEF7568C8}" type="datetimeFigureOut">
              <a:rPr lang="en-GB" smtClean="0"/>
              <a:t>11/03/2026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426841" y="6340167"/>
            <a:ext cx="2472631" cy="36419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6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174209" y="6340167"/>
            <a:ext cx="1648420" cy="36419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6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D7E946-D26C-436F-BF84-BC3A4C54B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07952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732617" rtl="0" eaLnBrk="1" latinLnBrk="0" hangingPunct="1">
        <a:lnSpc>
          <a:spcPct val="90000"/>
        </a:lnSpc>
        <a:spcBef>
          <a:spcPct val="0"/>
        </a:spcBef>
        <a:buNone/>
        <a:defRPr sz="352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3154" indent="-183154" algn="l" defTabSz="732617" rtl="0" eaLnBrk="1" latinLnBrk="0" hangingPunct="1">
        <a:lnSpc>
          <a:spcPct val="90000"/>
        </a:lnSpc>
        <a:spcBef>
          <a:spcPts val="801"/>
        </a:spcBef>
        <a:buFont typeface="Arial" panose="020B0604020202020204" pitchFamily="34" charset="0"/>
        <a:buChar char="•"/>
        <a:defRPr sz="2243" kern="1200">
          <a:solidFill>
            <a:schemeClr val="tx1"/>
          </a:solidFill>
          <a:latin typeface="+mn-lt"/>
          <a:ea typeface="+mn-ea"/>
          <a:cs typeface="+mn-cs"/>
        </a:defRPr>
      </a:lvl1pPr>
      <a:lvl2pPr marL="549463" indent="-183154" algn="l" defTabSz="732617" rtl="0" eaLnBrk="1" latinLnBrk="0" hangingPunct="1">
        <a:lnSpc>
          <a:spcPct val="90000"/>
        </a:lnSpc>
        <a:spcBef>
          <a:spcPts val="401"/>
        </a:spcBef>
        <a:buFont typeface="Arial" panose="020B0604020202020204" pitchFamily="34" charset="0"/>
        <a:buChar char="•"/>
        <a:defRPr sz="1923" kern="1200">
          <a:solidFill>
            <a:schemeClr val="tx1"/>
          </a:solidFill>
          <a:latin typeface="+mn-lt"/>
          <a:ea typeface="+mn-ea"/>
          <a:cs typeface="+mn-cs"/>
        </a:defRPr>
      </a:lvl2pPr>
      <a:lvl3pPr marL="915772" indent="-183154" algn="l" defTabSz="732617" rtl="0" eaLnBrk="1" latinLnBrk="0" hangingPunct="1">
        <a:lnSpc>
          <a:spcPct val="90000"/>
        </a:lnSpc>
        <a:spcBef>
          <a:spcPts val="401"/>
        </a:spcBef>
        <a:buFont typeface="Arial" panose="020B0604020202020204" pitchFamily="34" charset="0"/>
        <a:buChar char="•"/>
        <a:defRPr sz="1602" kern="1200">
          <a:solidFill>
            <a:schemeClr val="tx1"/>
          </a:solidFill>
          <a:latin typeface="+mn-lt"/>
          <a:ea typeface="+mn-ea"/>
          <a:cs typeface="+mn-cs"/>
        </a:defRPr>
      </a:lvl3pPr>
      <a:lvl4pPr marL="1282080" indent="-183154" algn="l" defTabSz="732617" rtl="0" eaLnBrk="1" latinLnBrk="0" hangingPunct="1">
        <a:lnSpc>
          <a:spcPct val="90000"/>
        </a:lnSpc>
        <a:spcBef>
          <a:spcPts val="401"/>
        </a:spcBef>
        <a:buFont typeface="Arial" panose="020B0604020202020204" pitchFamily="34" charset="0"/>
        <a:buChar char="•"/>
        <a:defRPr sz="1442" kern="1200">
          <a:solidFill>
            <a:schemeClr val="tx1"/>
          </a:solidFill>
          <a:latin typeface="+mn-lt"/>
          <a:ea typeface="+mn-ea"/>
          <a:cs typeface="+mn-cs"/>
        </a:defRPr>
      </a:lvl4pPr>
      <a:lvl5pPr marL="1648389" indent="-183154" algn="l" defTabSz="732617" rtl="0" eaLnBrk="1" latinLnBrk="0" hangingPunct="1">
        <a:lnSpc>
          <a:spcPct val="90000"/>
        </a:lnSpc>
        <a:spcBef>
          <a:spcPts val="401"/>
        </a:spcBef>
        <a:buFont typeface="Arial" panose="020B0604020202020204" pitchFamily="34" charset="0"/>
        <a:buChar char="•"/>
        <a:defRPr sz="1442" kern="1200">
          <a:solidFill>
            <a:schemeClr val="tx1"/>
          </a:solidFill>
          <a:latin typeface="+mn-lt"/>
          <a:ea typeface="+mn-ea"/>
          <a:cs typeface="+mn-cs"/>
        </a:defRPr>
      </a:lvl5pPr>
      <a:lvl6pPr marL="2014698" indent="-183154" algn="l" defTabSz="732617" rtl="0" eaLnBrk="1" latinLnBrk="0" hangingPunct="1">
        <a:lnSpc>
          <a:spcPct val="90000"/>
        </a:lnSpc>
        <a:spcBef>
          <a:spcPts val="401"/>
        </a:spcBef>
        <a:buFont typeface="Arial" panose="020B0604020202020204" pitchFamily="34" charset="0"/>
        <a:buChar char="•"/>
        <a:defRPr sz="1442" kern="1200">
          <a:solidFill>
            <a:schemeClr val="tx1"/>
          </a:solidFill>
          <a:latin typeface="+mn-lt"/>
          <a:ea typeface="+mn-ea"/>
          <a:cs typeface="+mn-cs"/>
        </a:defRPr>
      </a:lvl6pPr>
      <a:lvl7pPr marL="2381006" indent="-183154" algn="l" defTabSz="732617" rtl="0" eaLnBrk="1" latinLnBrk="0" hangingPunct="1">
        <a:lnSpc>
          <a:spcPct val="90000"/>
        </a:lnSpc>
        <a:spcBef>
          <a:spcPts val="401"/>
        </a:spcBef>
        <a:buFont typeface="Arial" panose="020B0604020202020204" pitchFamily="34" charset="0"/>
        <a:buChar char="•"/>
        <a:defRPr sz="1442" kern="1200">
          <a:solidFill>
            <a:schemeClr val="tx1"/>
          </a:solidFill>
          <a:latin typeface="+mn-lt"/>
          <a:ea typeface="+mn-ea"/>
          <a:cs typeface="+mn-cs"/>
        </a:defRPr>
      </a:lvl7pPr>
      <a:lvl8pPr marL="2747315" indent="-183154" algn="l" defTabSz="732617" rtl="0" eaLnBrk="1" latinLnBrk="0" hangingPunct="1">
        <a:lnSpc>
          <a:spcPct val="90000"/>
        </a:lnSpc>
        <a:spcBef>
          <a:spcPts val="401"/>
        </a:spcBef>
        <a:buFont typeface="Arial" panose="020B0604020202020204" pitchFamily="34" charset="0"/>
        <a:buChar char="•"/>
        <a:defRPr sz="1442" kern="1200">
          <a:solidFill>
            <a:schemeClr val="tx1"/>
          </a:solidFill>
          <a:latin typeface="+mn-lt"/>
          <a:ea typeface="+mn-ea"/>
          <a:cs typeface="+mn-cs"/>
        </a:defRPr>
      </a:lvl8pPr>
      <a:lvl9pPr marL="3113623" indent="-183154" algn="l" defTabSz="732617" rtl="0" eaLnBrk="1" latinLnBrk="0" hangingPunct="1">
        <a:lnSpc>
          <a:spcPct val="90000"/>
        </a:lnSpc>
        <a:spcBef>
          <a:spcPts val="401"/>
        </a:spcBef>
        <a:buFont typeface="Arial" panose="020B0604020202020204" pitchFamily="34" charset="0"/>
        <a:buChar char="•"/>
        <a:defRPr sz="144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32617" rtl="0" eaLnBrk="1" latinLnBrk="0" hangingPunct="1">
        <a:defRPr sz="1442" kern="1200">
          <a:solidFill>
            <a:schemeClr val="tx1"/>
          </a:solidFill>
          <a:latin typeface="+mn-lt"/>
          <a:ea typeface="+mn-ea"/>
          <a:cs typeface="+mn-cs"/>
        </a:defRPr>
      </a:lvl1pPr>
      <a:lvl2pPr marL="366309" algn="l" defTabSz="732617" rtl="0" eaLnBrk="1" latinLnBrk="0" hangingPunct="1">
        <a:defRPr sz="1442" kern="1200">
          <a:solidFill>
            <a:schemeClr val="tx1"/>
          </a:solidFill>
          <a:latin typeface="+mn-lt"/>
          <a:ea typeface="+mn-ea"/>
          <a:cs typeface="+mn-cs"/>
        </a:defRPr>
      </a:lvl2pPr>
      <a:lvl3pPr marL="732617" algn="l" defTabSz="732617" rtl="0" eaLnBrk="1" latinLnBrk="0" hangingPunct="1">
        <a:defRPr sz="1442" kern="1200">
          <a:solidFill>
            <a:schemeClr val="tx1"/>
          </a:solidFill>
          <a:latin typeface="+mn-lt"/>
          <a:ea typeface="+mn-ea"/>
          <a:cs typeface="+mn-cs"/>
        </a:defRPr>
      </a:lvl3pPr>
      <a:lvl4pPr marL="1098926" algn="l" defTabSz="732617" rtl="0" eaLnBrk="1" latinLnBrk="0" hangingPunct="1">
        <a:defRPr sz="1442" kern="1200">
          <a:solidFill>
            <a:schemeClr val="tx1"/>
          </a:solidFill>
          <a:latin typeface="+mn-lt"/>
          <a:ea typeface="+mn-ea"/>
          <a:cs typeface="+mn-cs"/>
        </a:defRPr>
      </a:lvl4pPr>
      <a:lvl5pPr marL="1465235" algn="l" defTabSz="732617" rtl="0" eaLnBrk="1" latinLnBrk="0" hangingPunct="1">
        <a:defRPr sz="1442" kern="1200">
          <a:solidFill>
            <a:schemeClr val="tx1"/>
          </a:solidFill>
          <a:latin typeface="+mn-lt"/>
          <a:ea typeface="+mn-ea"/>
          <a:cs typeface="+mn-cs"/>
        </a:defRPr>
      </a:lvl5pPr>
      <a:lvl6pPr marL="1831543" algn="l" defTabSz="732617" rtl="0" eaLnBrk="1" latinLnBrk="0" hangingPunct="1">
        <a:defRPr sz="1442" kern="1200">
          <a:solidFill>
            <a:schemeClr val="tx1"/>
          </a:solidFill>
          <a:latin typeface="+mn-lt"/>
          <a:ea typeface="+mn-ea"/>
          <a:cs typeface="+mn-cs"/>
        </a:defRPr>
      </a:lvl6pPr>
      <a:lvl7pPr marL="2197852" algn="l" defTabSz="732617" rtl="0" eaLnBrk="1" latinLnBrk="0" hangingPunct="1">
        <a:defRPr sz="1442" kern="1200">
          <a:solidFill>
            <a:schemeClr val="tx1"/>
          </a:solidFill>
          <a:latin typeface="+mn-lt"/>
          <a:ea typeface="+mn-ea"/>
          <a:cs typeface="+mn-cs"/>
        </a:defRPr>
      </a:lvl7pPr>
      <a:lvl8pPr marL="2564160" algn="l" defTabSz="732617" rtl="0" eaLnBrk="1" latinLnBrk="0" hangingPunct="1">
        <a:defRPr sz="1442" kern="1200">
          <a:solidFill>
            <a:schemeClr val="tx1"/>
          </a:solidFill>
          <a:latin typeface="+mn-lt"/>
          <a:ea typeface="+mn-ea"/>
          <a:cs typeface="+mn-cs"/>
        </a:defRPr>
      </a:lvl8pPr>
      <a:lvl9pPr marL="2930469" algn="l" defTabSz="732617" rtl="0" eaLnBrk="1" latinLnBrk="0" hangingPunct="1">
        <a:defRPr sz="144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0CAC861-D1E8-7747-347C-D4B38C6F28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74"/>
          <a:stretch>
            <a:fillRect/>
          </a:stretch>
        </p:blipFill>
        <p:spPr>
          <a:xfrm>
            <a:off x="0" y="0"/>
            <a:ext cx="7326313" cy="6840538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6B5D6F1-FEC0-525D-7439-C8C70D312046}"/>
              </a:ext>
            </a:extLst>
          </p:cNvPr>
          <p:cNvSpPr/>
          <p:nvPr/>
        </p:nvSpPr>
        <p:spPr>
          <a:xfrm>
            <a:off x="3696144" y="5741679"/>
            <a:ext cx="1499025" cy="3375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955" dirty="0">
                <a:solidFill>
                  <a:sysClr val="windowText" lastClr="000000"/>
                </a:solidFill>
              </a:rPr>
              <a:t>London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8F1A813-0C75-E911-0941-86AC9E5EFC99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3944324" y="4989032"/>
            <a:ext cx="501329" cy="75264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6DCA744-1606-A8BE-A2C2-34F099130664}"/>
              </a:ext>
            </a:extLst>
          </p:cNvPr>
          <p:cNvSpPr/>
          <p:nvPr/>
        </p:nvSpPr>
        <p:spPr>
          <a:xfrm>
            <a:off x="95530" y="4512159"/>
            <a:ext cx="1499025" cy="3375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955" dirty="0">
                <a:solidFill>
                  <a:sysClr val="windowText" lastClr="000000"/>
                </a:solidFill>
              </a:rPr>
              <a:t>Bristol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37CA8FF-D3BA-5643-CAF3-DB7E99A65D3A}"/>
              </a:ext>
            </a:extLst>
          </p:cNvPr>
          <p:cNvCxnSpPr>
            <a:cxnSpLocks/>
            <a:stCxn id="20" idx="3"/>
          </p:cNvCxnSpPr>
          <p:nvPr/>
        </p:nvCxnSpPr>
        <p:spPr>
          <a:xfrm>
            <a:off x="1594559" y="4680926"/>
            <a:ext cx="555101" cy="9334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039D81B4-0486-62B9-5397-6E4D304FA3DC}"/>
              </a:ext>
            </a:extLst>
          </p:cNvPr>
          <p:cNvSpPr/>
          <p:nvPr/>
        </p:nvSpPr>
        <p:spPr>
          <a:xfrm>
            <a:off x="190257" y="3500299"/>
            <a:ext cx="1585062" cy="3375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955" dirty="0">
                <a:solidFill>
                  <a:sysClr val="windowText" lastClr="000000"/>
                </a:solidFill>
              </a:rPr>
              <a:t>Birmingham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BB33EE4A-B549-5037-C00B-3BC07AABDC18}"/>
              </a:ext>
            </a:extLst>
          </p:cNvPr>
          <p:cNvSpPr/>
          <p:nvPr/>
        </p:nvSpPr>
        <p:spPr>
          <a:xfrm>
            <a:off x="276294" y="2183780"/>
            <a:ext cx="1499025" cy="3375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955" dirty="0">
                <a:solidFill>
                  <a:sysClr val="windowText" lastClr="000000"/>
                </a:solidFill>
              </a:rPr>
              <a:t>Liverpool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1CBBE52-234B-004C-DE07-BB6FB12FFC15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1025809" y="2521309"/>
            <a:ext cx="924893" cy="32494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6656092-93B7-B6A0-99D8-A9EED7D2998F}"/>
              </a:ext>
            </a:extLst>
          </p:cNvPr>
          <p:cNvCxnSpPr>
            <a:cxnSpLocks/>
            <a:stCxn id="30" idx="3"/>
          </p:cNvCxnSpPr>
          <p:nvPr/>
        </p:nvCxnSpPr>
        <p:spPr>
          <a:xfrm>
            <a:off x="1775319" y="3669064"/>
            <a:ext cx="725532" cy="8474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451A0139-C158-7A0F-E90B-F256C0FBC46B}"/>
              </a:ext>
            </a:extLst>
          </p:cNvPr>
          <p:cNvSpPr/>
          <p:nvPr/>
        </p:nvSpPr>
        <p:spPr>
          <a:xfrm>
            <a:off x="3590306" y="1327459"/>
            <a:ext cx="1499025" cy="3375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955" dirty="0">
                <a:solidFill>
                  <a:sysClr val="windowText" lastClr="000000"/>
                </a:solidFill>
              </a:rPr>
              <a:t>Newcastle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5847E56-6320-521C-1213-F24DA3A78EFE}"/>
              </a:ext>
            </a:extLst>
          </p:cNvPr>
          <p:cNvCxnSpPr>
            <a:cxnSpLocks/>
            <a:stCxn id="41" idx="1"/>
          </p:cNvCxnSpPr>
          <p:nvPr/>
        </p:nvCxnSpPr>
        <p:spPr>
          <a:xfrm flipH="1" flipV="1">
            <a:off x="3022793" y="1415229"/>
            <a:ext cx="567511" cy="8099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05286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79697-7E96-4372-F3F8-FB7367802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A6A5A09-6332-3FCE-643F-411323A41A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74"/>
          <a:stretch>
            <a:fillRect/>
          </a:stretch>
        </p:blipFill>
        <p:spPr>
          <a:xfrm>
            <a:off x="0" y="-42860"/>
            <a:ext cx="7326314" cy="6883397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78A4E7B-26F3-8B16-3740-1D21B8F1A035}"/>
              </a:ext>
            </a:extLst>
          </p:cNvPr>
          <p:cNvSpPr/>
          <p:nvPr/>
        </p:nvSpPr>
        <p:spPr>
          <a:xfrm>
            <a:off x="3696144" y="5741679"/>
            <a:ext cx="1499025" cy="3375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955" dirty="0">
                <a:solidFill>
                  <a:sysClr val="windowText" lastClr="000000"/>
                </a:solidFill>
              </a:rPr>
              <a:t>London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1E3BD8C-ED1F-A513-CB15-9C1C06F4B912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3988340" y="4961106"/>
            <a:ext cx="457317" cy="78057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B5D9D2FF-672F-A0B7-F52F-D72C798C73C1}"/>
              </a:ext>
            </a:extLst>
          </p:cNvPr>
          <p:cNvSpPr/>
          <p:nvPr/>
        </p:nvSpPr>
        <p:spPr>
          <a:xfrm>
            <a:off x="105258" y="4410420"/>
            <a:ext cx="1499025" cy="3375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955" dirty="0">
                <a:solidFill>
                  <a:sysClr val="windowText" lastClr="000000"/>
                </a:solidFill>
              </a:rPr>
              <a:t>Bristol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621BF10-3D73-CEF5-C479-DE8733684D27}"/>
              </a:ext>
            </a:extLst>
          </p:cNvPr>
          <p:cNvCxnSpPr>
            <a:cxnSpLocks/>
            <a:stCxn id="20" idx="3"/>
          </p:cNvCxnSpPr>
          <p:nvPr/>
        </p:nvCxnSpPr>
        <p:spPr>
          <a:xfrm>
            <a:off x="1604283" y="4579185"/>
            <a:ext cx="691445" cy="9009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4CAB969-9F18-7141-E35F-4E0FEF9675D3}"/>
              </a:ext>
            </a:extLst>
          </p:cNvPr>
          <p:cNvSpPr/>
          <p:nvPr/>
        </p:nvSpPr>
        <p:spPr>
          <a:xfrm>
            <a:off x="190257" y="3500299"/>
            <a:ext cx="1585062" cy="3375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955" dirty="0">
                <a:solidFill>
                  <a:sysClr val="windowText" lastClr="000000"/>
                </a:solidFill>
              </a:rPr>
              <a:t>Birmingham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3DACA100-BD4F-1909-771C-1C0469877D64}"/>
              </a:ext>
            </a:extLst>
          </p:cNvPr>
          <p:cNvSpPr/>
          <p:nvPr/>
        </p:nvSpPr>
        <p:spPr>
          <a:xfrm>
            <a:off x="276294" y="2183780"/>
            <a:ext cx="1499025" cy="3375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955" dirty="0">
                <a:solidFill>
                  <a:sysClr val="windowText" lastClr="000000"/>
                </a:solidFill>
              </a:rPr>
              <a:t>Liverpool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8667F4B3-59CE-149A-36FD-9108D7CF6DD6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1025807" y="2521309"/>
            <a:ext cx="1025806" cy="24020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9FD0329-AB45-7BF2-F8AC-D01BC4A0FBC0}"/>
              </a:ext>
            </a:extLst>
          </p:cNvPr>
          <p:cNvCxnSpPr>
            <a:cxnSpLocks/>
            <a:stCxn id="30" idx="3"/>
          </p:cNvCxnSpPr>
          <p:nvPr/>
        </p:nvCxnSpPr>
        <p:spPr>
          <a:xfrm>
            <a:off x="1775319" y="3669064"/>
            <a:ext cx="802511" cy="7143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24BE081C-0793-EB46-4309-97DE90088D65}"/>
              </a:ext>
            </a:extLst>
          </p:cNvPr>
          <p:cNvSpPr/>
          <p:nvPr/>
        </p:nvSpPr>
        <p:spPr>
          <a:xfrm>
            <a:off x="3590306" y="1327459"/>
            <a:ext cx="1499025" cy="33752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955" dirty="0">
                <a:solidFill>
                  <a:sysClr val="windowText" lastClr="000000"/>
                </a:solidFill>
              </a:rPr>
              <a:t>Newcastle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8EE6CC5-978E-D62D-106C-02D764FDB065}"/>
              </a:ext>
            </a:extLst>
          </p:cNvPr>
          <p:cNvCxnSpPr>
            <a:cxnSpLocks/>
            <a:stCxn id="41" idx="1"/>
          </p:cNvCxnSpPr>
          <p:nvPr/>
        </p:nvCxnSpPr>
        <p:spPr>
          <a:xfrm flipH="1" flipV="1">
            <a:off x="3200400" y="1410511"/>
            <a:ext cx="389906" cy="8571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09866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</TotalTime>
  <Words>10</Words>
  <Application>Microsoft Office PowerPoint</Application>
  <PresentationFormat>Custom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 Townley</dc:creator>
  <cp:lastModifiedBy>Sam Townley</cp:lastModifiedBy>
  <cp:revision>1</cp:revision>
  <dcterms:created xsi:type="dcterms:W3CDTF">2026-03-06T11:26:36Z</dcterms:created>
  <dcterms:modified xsi:type="dcterms:W3CDTF">2026-03-11T11:29:47Z</dcterms:modified>
</cp:coreProperties>
</file>